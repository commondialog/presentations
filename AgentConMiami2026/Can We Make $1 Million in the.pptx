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1"/>
  </p:sldMasterIdLst>
  <p:sldIdLst>
    <p:sldId id="258" r:id="rId2"/>
    <p:sldId id="260" r:id="rId3"/>
    <p:sldId id="261" r:id="rId4"/>
    <p:sldId id="262" r:id="rId5"/>
    <p:sldId id="263" r:id="rId6"/>
    <p:sldId id="286" r:id="rId7"/>
    <p:sldId id="289" r:id="rId8"/>
    <p:sldId id="265" r:id="rId9"/>
    <p:sldId id="287" r:id="rId10"/>
    <p:sldId id="264" r:id="rId11"/>
    <p:sldId id="266" r:id="rId12"/>
    <p:sldId id="267" r:id="rId13"/>
    <p:sldId id="291" r:id="rId14"/>
    <p:sldId id="271" r:id="rId15"/>
    <p:sldId id="268" r:id="rId16"/>
    <p:sldId id="269" r:id="rId17"/>
    <p:sldId id="270" r:id="rId18"/>
    <p:sldId id="272" r:id="rId19"/>
    <p:sldId id="273" r:id="rId20"/>
    <p:sldId id="274" r:id="rId21"/>
    <p:sldId id="290" r:id="rId22"/>
    <p:sldId id="275" r:id="rId23"/>
    <p:sldId id="288" r:id="rId24"/>
    <p:sldId id="276" r:id="rId25"/>
    <p:sldId id="259" r:id="rId26"/>
    <p:sldId id="28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68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90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977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510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319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08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692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451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42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660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9541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50204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474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59671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81433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206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97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BE451C3-0FF4-47C4-B829-773ADF60F88C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4651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eightymatters.ca/2016/02/saturday-stories-selling-sugar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reativecommons.org/licenses/by-nc-nd/3.0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1DEA-1479-95DF-4872-D4DA075933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6519" y="751352"/>
            <a:ext cx="8825658" cy="2677648"/>
          </a:xfrm>
        </p:spPr>
        <p:txBody>
          <a:bodyPr/>
          <a:lstStyle/>
          <a:p>
            <a:r>
              <a:rPr lang="en-US" dirty="0"/>
              <a:t>Can We Make $1 Million in the Next Hour?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CD6D3-8094-8BAF-0B7D-63E77C3111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24655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An optimistic Presentation about Agentic Engineering</a:t>
            </a:r>
          </a:p>
          <a:p>
            <a:r>
              <a:rPr lang="en-US" dirty="0">
                <a:solidFill>
                  <a:schemeClr val="tx1"/>
                </a:solidFill>
              </a:rPr>
              <a:t>With your host, the lovely and talented</a:t>
            </a:r>
          </a:p>
          <a:p>
            <a:r>
              <a:rPr lang="en-US" dirty="0">
                <a:solidFill>
                  <a:schemeClr val="tx1"/>
                </a:solidFill>
              </a:rPr>
              <a:t>Chris Perrin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Sr. Director of Product Development </a:t>
            </a:r>
          </a:p>
          <a:p>
            <a:r>
              <a:rPr lang="en-US" dirty="0">
                <a:solidFill>
                  <a:schemeClr val="tx1"/>
                </a:solidFill>
              </a:rPr>
              <a:t>PSI Online Powered by ETS Solutions</a:t>
            </a:r>
          </a:p>
        </p:txBody>
      </p:sp>
    </p:spTree>
    <p:extLst>
      <p:ext uri="{BB962C8B-B14F-4D97-AF65-F5344CB8AC3E}">
        <p14:creationId xmlns:p14="http://schemas.microsoft.com/office/powerpoint/2010/main" val="383934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5517-ABE2-1C5B-A15E-FF1A9BFF4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FDDF1-9B69-0226-27EB-3221E0423C08}"/>
              </a:ext>
            </a:extLst>
          </p:cNvPr>
          <p:cNvSpPr txBox="1">
            <a:spLocks/>
          </p:cNvSpPr>
          <p:nvPr/>
        </p:nvSpPr>
        <p:spPr>
          <a:xfrm>
            <a:off x="753588" y="912854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Today, we’ll cover: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Who is this guy?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Why we’re doing this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The agentic process from start to finish</a:t>
            </a:r>
          </a:p>
          <a:p>
            <a:pPr marL="514350" indent="-51435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No dedicated Q&amp;A time… ask away.  This is a conversation, not a presentation.</a:t>
            </a:r>
          </a:p>
        </p:txBody>
      </p:sp>
    </p:spTree>
    <p:extLst>
      <p:ext uri="{BB962C8B-B14F-4D97-AF65-F5344CB8AC3E}">
        <p14:creationId xmlns:p14="http://schemas.microsoft.com/office/powerpoint/2010/main" val="3320832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43F7A-7154-6FE1-8F04-24A019568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C3534-BB05-3F75-E3DD-BC9BE48AA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Allow me to introduce myself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86AFF-60E0-A281-22C6-8F3DD3B68917}"/>
              </a:ext>
            </a:extLst>
          </p:cNvPr>
          <p:cNvSpPr txBox="1">
            <a:spLocks/>
          </p:cNvSpPr>
          <p:nvPr/>
        </p:nvSpPr>
        <p:spPr>
          <a:xfrm>
            <a:off x="684212" y="564078"/>
            <a:ext cx="10438412" cy="4450320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By now, you probably have realized I’m Chris Perrin.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By day: </a:t>
            </a:r>
          </a:p>
          <a:p>
            <a:r>
              <a:rPr lang="en-US" dirty="0">
                <a:solidFill>
                  <a:schemeClr val="tx1"/>
                </a:solidFill>
              </a:rPr>
              <a:t>Manage mangers of teams around the globe: US, UK, Sweden, India</a:t>
            </a:r>
          </a:p>
          <a:p>
            <a:r>
              <a:rPr lang="en-US" dirty="0">
                <a:solidFill>
                  <a:schemeClr val="tx1"/>
                </a:solidFill>
              </a:rPr>
              <a:t>I manage our FedRAMP group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By night:</a:t>
            </a:r>
          </a:p>
          <a:p>
            <a:r>
              <a:rPr lang="en-US" dirty="0">
                <a:solidFill>
                  <a:schemeClr val="tx1"/>
                </a:solidFill>
              </a:rPr>
              <a:t>Author, Article Scribe, Game Designer, Twitter Arguer</a:t>
            </a:r>
          </a:p>
          <a:p>
            <a:r>
              <a:rPr lang="en-US" dirty="0">
                <a:solidFill>
                  <a:schemeClr val="tx1"/>
                </a:solidFill>
              </a:rPr>
              <a:t>Most importantly in this context: solo builder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Key takeaway:</a:t>
            </a:r>
          </a:p>
          <a:p>
            <a:r>
              <a:rPr lang="en-US" dirty="0">
                <a:solidFill>
                  <a:schemeClr val="tx1"/>
                </a:solidFill>
              </a:rPr>
              <a:t>I have one foot in both worlds </a:t>
            </a:r>
          </a:p>
        </p:txBody>
      </p:sp>
    </p:spTree>
    <p:extLst>
      <p:ext uri="{BB962C8B-B14F-4D97-AF65-F5344CB8AC3E}">
        <p14:creationId xmlns:p14="http://schemas.microsoft.com/office/powerpoint/2010/main" val="1436684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A624D-82DC-95E4-A07E-030466BB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A1157-FDC0-84DB-B8F9-1EF4AD976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We’re Doing This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6068E-3FC8-D12B-793B-1FBFD7BB20B2}"/>
              </a:ext>
            </a:extLst>
          </p:cNvPr>
          <p:cNvSpPr txBox="1">
            <a:spLocks/>
          </p:cNvSpPr>
          <p:nvPr/>
        </p:nvSpPr>
        <p:spPr>
          <a:xfrm>
            <a:off x="6357257" y="3543239"/>
            <a:ext cx="5078681" cy="210060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love or want to love AI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The future is wildly uncertain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527D3C-FCAD-542B-329A-155F7B7FE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29000"/>
            <a:ext cx="5078681" cy="277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5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C5FC3-3CD6-59B4-CF8F-8403FBE4E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4D7B3-1F17-53C4-52B9-AD3A664AE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Haha!  You Blinked!!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CC48FA-5F30-DBFE-C2DB-9BC617243C20}"/>
              </a:ext>
            </a:extLst>
          </p:cNvPr>
          <p:cNvSpPr txBox="1">
            <a:spLocks/>
          </p:cNvSpPr>
          <p:nvPr/>
        </p:nvSpPr>
        <p:spPr>
          <a:xfrm>
            <a:off x="639286" y="716911"/>
            <a:ext cx="10411691" cy="409853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300" b="1" dirty="0">
                <a:solidFill>
                  <a:schemeClr val="tx1"/>
                </a:solidFill>
              </a:rPr>
              <a:t>Caution and Trigger Warning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Everything in this doc is current as of 5/26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Tomorrow, OpenAI might release ChatGPT 5.2 billion, Claude Code might become Claude </a:t>
            </a:r>
            <a:r>
              <a:rPr lang="en-US" dirty="0" err="1">
                <a:solidFill>
                  <a:schemeClr val="tx1"/>
                </a:solidFill>
              </a:rPr>
              <a:t>MakeDatCode</a:t>
            </a:r>
            <a:r>
              <a:rPr lang="en-US" dirty="0">
                <a:solidFill>
                  <a:schemeClr val="tx1"/>
                </a:solidFill>
              </a:rPr>
              <a:t> and Gemini could become </a:t>
            </a:r>
            <a:r>
              <a:rPr lang="en-US" dirty="0" err="1">
                <a:solidFill>
                  <a:schemeClr val="tx1"/>
                </a:solidFill>
              </a:rPr>
              <a:t>AlexaCode</a:t>
            </a:r>
            <a:r>
              <a:rPr lang="en-US" dirty="0">
                <a:solidFill>
                  <a:schemeClr val="tx1"/>
                </a:solidFill>
              </a:rPr>
              <a:t> for all I know.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Follow me on Twitter: @helpfulaiguy and I’ll keep you up to date.</a:t>
            </a:r>
          </a:p>
        </p:txBody>
      </p:sp>
    </p:spTree>
    <p:extLst>
      <p:ext uri="{BB962C8B-B14F-4D97-AF65-F5344CB8AC3E}">
        <p14:creationId xmlns:p14="http://schemas.microsoft.com/office/powerpoint/2010/main" val="4219505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BA01C-F5F8-6795-0BBF-D4E7FC64A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B6742-0341-710C-7AD6-B1822E109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35AD5-D547-D209-066B-7A627D9DCFC2}"/>
              </a:ext>
            </a:extLst>
          </p:cNvPr>
          <p:cNvSpPr txBox="1">
            <a:spLocks/>
          </p:cNvSpPr>
          <p:nvPr/>
        </p:nvSpPr>
        <p:spPr>
          <a:xfrm>
            <a:off x="890154" y="924731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In order to hit our 1 hour deadline, I did the following: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Created a GitHub Repo</a:t>
            </a:r>
          </a:p>
          <a:p>
            <a:pPr marL="342900" indent="-342900"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Installed Claude Code</a:t>
            </a:r>
          </a:p>
          <a:p>
            <a:pPr marL="342900" indent="-342900"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Installed GitHub Copilot (including Claude Code, Azure Tools, </a:t>
            </a:r>
            <a:r>
              <a:rPr lang="en-US" sz="1700" dirty="0" err="1">
                <a:solidFill>
                  <a:schemeClr val="tx1"/>
                </a:solidFill>
              </a:rPr>
              <a:t>PostGres</a:t>
            </a:r>
            <a:r>
              <a:rPr lang="en-US" sz="1700" dirty="0">
                <a:solidFill>
                  <a:schemeClr val="tx1"/>
                </a:solidFill>
              </a:rPr>
              <a:t>)</a:t>
            </a:r>
          </a:p>
          <a:p>
            <a:pPr marL="342900" indent="-342900"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Installed the Playwright MCP</a:t>
            </a:r>
          </a:p>
          <a:p>
            <a:pPr marL="342900" indent="-342900"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Set up an Azure Environment</a:t>
            </a:r>
          </a:p>
          <a:p>
            <a:pPr marL="342900" indent="-342900"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Tested a deploy</a:t>
            </a:r>
          </a:p>
          <a:p>
            <a:pPr marL="342900" indent="-342900"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Prayed</a:t>
            </a:r>
          </a:p>
        </p:txBody>
      </p:sp>
    </p:spTree>
    <p:extLst>
      <p:ext uri="{BB962C8B-B14F-4D97-AF65-F5344CB8AC3E}">
        <p14:creationId xmlns:p14="http://schemas.microsoft.com/office/powerpoint/2010/main" val="726044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CA896-5C97-DDE6-ED37-B483F9629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37297-2073-F19A-08F4-20AC31463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Mental Prework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5F40F-683B-D094-9DCB-AD788261A84A}"/>
              </a:ext>
            </a:extLst>
          </p:cNvPr>
          <p:cNvSpPr txBox="1">
            <a:spLocks/>
          </p:cNvSpPr>
          <p:nvPr/>
        </p:nvSpPr>
        <p:spPr>
          <a:xfrm>
            <a:off x="801089" y="580345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What’s Your Stack?  </a:t>
            </a:r>
            <a:r>
              <a:rPr lang="en-US" sz="3600" b="1" dirty="0">
                <a:solidFill>
                  <a:schemeClr val="tx1"/>
                </a:solidFill>
              </a:rPr>
              <a:t>Record in an .md:</a:t>
            </a: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Host - Azure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Front End – ReactJS, Material, Axios?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Back End – Node, Express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Database – </a:t>
            </a:r>
            <a:r>
              <a:rPr lang="en-US" dirty="0" err="1">
                <a:solidFill>
                  <a:schemeClr val="tx1"/>
                </a:solidFill>
              </a:rPr>
              <a:t>PostGres</a:t>
            </a:r>
            <a:r>
              <a:rPr lang="en-US" dirty="0">
                <a:solidFill>
                  <a:schemeClr val="tx1"/>
                </a:solidFill>
              </a:rPr>
              <a:t>, Migrations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Error Logging – App Insights, Sentry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Containerization? – Docker?</a:t>
            </a: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010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0B7DA-2617-F20A-98A8-53A4F7015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6A46-D000-7C8F-C7C7-861745637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 and Its Constraints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09CBE72-88C7-25B6-3EF5-ECCB5F127A60}"/>
              </a:ext>
            </a:extLst>
          </p:cNvPr>
          <p:cNvSpPr txBox="1">
            <a:spLocks/>
          </p:cNvSpPr>
          <p:nvPr/>
        </p:nvSpPr>
        <p:spPr>
          <a:xfrm>
            <a:off x="765463" y="509526"/>
            <a:ext cx="10411691" cy="4098533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The Plan: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Let’s come up with an idea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Let’s get agentic!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Gemini – big picture this the way Google big pictured Googling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Notebook LM – let’s get tactical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</a:rPr>
              <a:t>OpenArt</a:t>
            </a:r>
            <a:r>
              <a:rPr lang="en-US" dirty="0">
                <a:solidFill>
                  <a:schemeClr val="tx1"/>
                </a:solidFill>
              </a:rPr>
              <a:t> – let’s make it purdy</a:t>
            </a:r>
            <a:endParaRPr lang="en-US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Build in Public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Claude Code – agents doing agent things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Playwright – agents fixing Claude’s broke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Claude Code – Distro is king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The Constraints: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Our idea should vibe-code in ~30 minutes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It has to run on my laptop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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49102E-449B-8752-C4A2-79842D137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436424" y="2653584"/>
            <a:ext cx="475014" cy="2671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EE8563-47F5-D7EB-FB5F-9DA4C482F5E7}"/>
              </a:ext>
            </a:extLst>
          </p:cNvPr>
          <p:cNvSpPr txBox="1"/>
          <p:nvPr/>
        </p:nvSpPr>
        <p:spPr>
          <a:xfrm>
            <a:off x="838200" y="6308209"/>
            <a:ext cx="9671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hlinkClick r:id="rId3" tooltip="http://www.weightymatters.ca/2016/02/saturday-stories-selling-sugar.html"/>
              </a:rPr>
              <a:t>This Photo</a:t>
            </a:r>
            <a:r>
              <a:rPr lang="en-US" sz="1800" dirty="0"/>
              <a:t> by Unknown Author is licensed under </a:t>
            </a:r>
            <a:r>
              <a:rPr lang="en-US" sz="1800" dirty="0">
                <a:hlinkClick r:id="rId4" tooltip="https://creativecommons.org/licenses/by-nc-nd/3.0/"/>
              </a:rPr>
              <a:t>CC BY-NC-ND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17209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F93F9-CBD1-8DAC-0C63-37E59553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E8071-74B7-57AB-15B3-62E2D5289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ChatGPT </a:t>
            </a:r>
            <a:r>
              <a:rPr lang="en-US" i="1" dirty="0"/>
              <a:t>ordered</a:t>
            </a:r>
            <a:r>
              <a:rPr lang="en-US" dirty="0"/>
              <a:t> me not to...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97F60-08CD-E214-0D11-3C6655B26839}"/>
              </a:ext>
            </a:extLst>
          </p:cNvPr>
          <p:cNvSpPr txBox="1">
            <a:spLocks/>
          </p:cNvSpPr>
          <p:nvPr/>
        </p:nvSpPr>
        <p:spPr>
          <a:xfrm>
            <a:off x="684212" y="1192212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That robot told me to have a curated set of examples ready for this demo.</a:t>
            </a: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If I opened it up to any ideas, I was inviting chaos.</a:t>
            </a:r>
          </a:p>
          <a:p>
            <a:pPr marL="0" indent="0">
              <a:buNone/>
            </a:pPr>
            <a:endParaRPr lang="en-US" sz="3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600" dirty="0">
                <a:solidFill>
                  <a:schemeClr val="tx1"/>
                </a:solidFill>
              </a:rPr>
              <a:t>So…</a:t>
            </a:r>
          </a:p>
        </p:txBody>
      </p:sp>
    </p:spTree>
    <p:extLst>
      <p:ext uri="{BB962C8B-B14F-4D97-AF65-F5344CB8AC3E}">
        <p14:creationId xmlns:p14="http://schemas.microsoft.com/office/powerpoint/2010/main" val="694539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2FD6E-96AD-7ED2-2A46-E6BE8E4DD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363FC-B378-B95A-0C59-10F16D265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Our Million Dollar Idea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BA3782-6FB6-DE7D-3E03-5B413D1D515E}"/>
              </a:ext>
            </a:extLst>
          </p:cNvPr>
          <p:cNvSpPr txBox="1">
            <a:spLocks/>
          </p:cNvSpPr>
          <p:nvPr/>
        </p:nvSpPr>
        <p:spPr>
          <a:xfrm>
            <a:off x="684212" y="438678"/>
            <a:ext cx="10411691" cy="480218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Who has a million-dollar idea?*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If no one, how do we feel about:</a:t>
            </a:r>
          </a:p>
          <a:p>
            <a:r>
              <a:rPr lang="en-US" dirty="0">
                <a:solidFill>
                  <a:schemeClr val="tx1"/>
                </a:solidFill>
              </a:rPr>
              <a:t>Sales Page Generator</a:t>
            </a:r>
          </a:p>
          <a:p>
            <a:r>
              <a:rPr lang="en-US" dirty="0">
                <a:solidFill>
                  <a:schemeClr val="tx1"/>
                </a:solidFill>
              </a:rPr>
              <a:t>Mecha-Based Idle Game</a:t>
            </a:r>
          </a:p>
          <a:p>
            <a:r>
              <a:rPr lang="en-US" dirty="0">
                <a:solidFill>
                  <a:schemeClr val="tx1"/>
                </a:solidFill>
              </a:rPr>
              <a:t>LinkedIn DM Closer Generator</a:t>
            </a:r>
          </a:p>
          <a:p>
            <a:r>
              <a:rPr lang="en-US" dirty="0">
                <a:solidFill>
                  <a:schemeClr val="tx1"/>
                </a:solidFill>
              </a:rPr>
              <a:t>Repo Explainer</a:t>
            </a:r>
          </a:p>
          <a:p>
            <a:r>
              <a:rPr lang="en-US" dirty="0">
                <a:solidFill>
                  <a:schemeClr val="tx1"/>
                </a:solidFill>
              </a:rPr>
              <a:t>MD File Sync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*Seriously, only share if you don’t mind us taking the idea and running with it.</a:t>
            </a:r>
          </a:p>
        </p:txBody>
      </p:sp>
    </p:spTree>
    <p:extLst>
      <p:ext uri="{BB962C8B-B14F-4D97-AF65-F5344CB8AC3E}">
        <p14:creationId xmlns:p14="http://schemas.microsoft.com/office/powerpoint/2010/main" val="755071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18E34-414B-E469-E533-08152B058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74F15-02F3-F095-F1F4-47DA4D1E5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7E4F8-7049-32ED-60E7-270E3222A55C}"/>
              </a:ext>
            </a:extLst>
          </p:cNvPr>
          <p:cNvSpPr txBox="1">
            <a:spLocks/>
          </p:cNvSpPr>
          <p:nvPr/>
        </p:nvSpPr>
        <p:spPr>
          <a:xfrm>
            <a:off x="753588" y="1079109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Let’s ideate whether this is the right opportunity using Gemini.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Features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Monetization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Distribution</a:t>
            </a:r>
          </a:p>
          <a:p>
            <a:pPr marL="0" indent="0">
              <a:buNone/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Multi-Agent is important more than Gemini</a:t>
            </a:r>
          </a:p>
        </p:txBody>
      </p:sp>
    </p:spTree>
    <p:extLst>
      <p:ext uri="{BB962C8B-B14F-4D97-AF65-F5344CB8AC3E}">
        <p14:creationId xmlns:p14="http://schemas.microsoft.com/office/powerpoint/2010/main" val="887918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3F26E-6FFD-945F-2CD4-2B8E85E20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7F37-223F-0C8E-6D5E-FDFC1D8A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Out Your Notebook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81243-4326-A604-ACE5-D4C8AB662205}"/>
              </a:ext>
            </a:extLst>
          </p:cNvPr>
          <p:cNvSpPr txBox="1">
            <a:spLocks/>
          </p:cNvSpPr>
          <p:nvPr/>
        </p:nvSpPr>
        <p:spPr>
          <a:xfrm>
            <a:off x="684212" y="342838"/>
            <a:ext cx="11115799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NotebookLM.Google.com</a:t>
            </a:r>
          </a:p>
          <a:p>
            <a:r>
              <a:rPr lang="en-US" dirty="0">
                <a:solidFill>
                  <a:schemeClr val="tx1"/>
                </a:solidFill>
              </a:rPr>
              <a:t>Have it Do the deep research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Problem Set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Competition (Will go Deeper than Chat)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Requested Features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Detested Features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Monetization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Distribution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Summarize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End up with a Phased Feature Set </a:t>
            </a:r>
            <a:r>
              <a:rPr lang="en-US" b="1" u="sng" dirty="0">
                <a:solidFill>
                  <a:schemeClr val="tx1"/>
                </a:solidFill>
              </a:rPr>
              <a:t>THAT HONORS YOUR STACK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952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2A231-290C-9AE8-6F9F-D75CD5C55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948A-2A5E-3833-3EAE-D878C1414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Think Like a Product Manager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E4256C-184E-C7AD-36AB-C724794603E5}"/>
              </a:ext>
            </a:extLst>
          </p:cNvPr>
          <p:cNvSpPr txBox="1">
            <a:spLocks/>
          </p:cNvSpPr>
          <p:nvPr/>
        </p:nvSpPr>
        <p:spPr>
          <a:xfrm>
            <a:off x="799604" y="693161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Think about what your ideal client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Think in terms of 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Plan a product roadmap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Code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322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35FFC-BDA2-A4D0-34E4-5AA83DD4B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E462-EDCF-C483-DD32-00082AC7A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Method 1: Build in Public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085268-05FB-DEBA-425A-97E380267A00}"/>
              </a:ext>
            </a:extLst>
          </p:cNvPr>
          <p:cNvSpPr txBox="1">
            <a:spLocks/>
          </p:cNvSpPr>
          <p:nvPr/>
        </p:nvSpPr>
        <p:spPr>
          <a:xfrm>
            <a:off x="890154" y="2361644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Anyone mind if I snap a pic?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49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2ADAB-297F-EF69-1F5C-71BD6C4B4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C5B9D-7D9F-CB78-22D4-235B998C4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Idea to </a:t>
            </a:r>
            <a:r>
              <a:rPr lang="en-US" strike="sngStrike" dirty="0"/>
              <a:t>User Story</a:t>
            </a:r>
            <a:r>
              <a:rPr lang="en-US" dirty="0"/>
              <a:t> Prompt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30F48-2B4A-8F60-F07B-E1CB67C421FF}"/>
              </a:ext>
            </a:extLst>
          </p:cNvPr>
          <p:cNvSpPr txBox="1">
            <a:spLocks/>
          </p:cNvSpPr>
          <p:nvPr/>
        </p:nvSpPr>
        <p:spPr>
          <a:xfrm>
            <a:off x="684212" y="330964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Take the Phased Document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Upload to Claude.AI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Add testing, architecture, stack prompts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You can ask for User Stories (and I do for my day job)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OR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Get Prompts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061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656C7-3230-A6B8-87F6-BA70EC317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A7B1A-97B7-27D6-AB79-4B53198D0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 Claude Code Cook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A45D7-5915-2742-A196-FB25626CF0E7}"/>
              </a:ext>
            </a:extLst>
          </p:cNvPr>
          <p:cNvSpPr txBox="1">
            <a:spLocks/>
          </p:cNvSpPr>
          <p:nvPr/>
        </p:nvSpPr>
        <p:spPr>
          <a:xfrm>
            <a:off x="684212" y="438678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have the overall PRD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have the Phase 1 Prompts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Unleash the agents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Could we use Codex?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Sure…</a:t>
            </a:r>
            <a:r>
              <a:rPr lang="en-US" dirty="0" err="1">
                <a:solidFill>
                  <a:schemeClr val="tx1"/>
                </a:solidFill>
                <a:sym typeface="Wingdings" panose="05000000000000000000" pitchFamily="2" charset="2"/>
              </a:rPr>
              <a:t>wanna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try it?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Could we use Antigravity?  </a:t>
            </a:r>
            <a:r>
              <a:rPr lang="en-US" i="1" dirty="0">
                <a:solidFill>
                  <a:schemeClr val="tx1"/>
                </a:solidFill>
                <a:sym typeface="Wingdings" panose="05000000000000000000" pitchFamily="2" charset="2"/>
              </a:rPr>
              <a:t>You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 can.  I wouldn’t.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Could we use Grok?  Only in an agentic coder?</a:t>
            </a:r>
          </a:p>
        </p:txBody>
      </p:sp>
    </p:spTree>
    <p:extLst>
      <p:ext uri="{BB962C8B-B14F-4D97-AF65-F5344CB8AC3E}">
        <p14:creationId xmlns:p14="http://schemas.microsoft.com/office/powerpoint/2010/main" val="1331616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5F3CF-03C4-B3F0-A9BA-1D2414E04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69AF-F31E-D799-B75E-066EAB83D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Agentic Coder?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946373-47B1-8378-DCA4-5EF57484A758}"/>
              </a:ext>
            </a:extLst>
          </p:cNvPr>
          <p:cNvSpPr txBox="1">
            <a:spLocks/>
          </p:cNvSpPr>
          <p:nvPr/>
        </p:nvSpPr>
        <p:spPr>
          <a:xfrm>
            <a:off x="890154" y="2391332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need something more than a chat, which in coding, is single-shot.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need something that will loop through coding tasks a couple times.</a:t>
            </a:r>
          </a:p>
        </p:txBody>
      </p:sp>
    </p:spTree>
    <p:extLst>
      <p:ext uri="{BB962C8B-B14F-4D97-AF65-F5344CB8AC3E}">
        <p14:creationId xmlns:p14="http://schemas.microsoft.com/office/powerpoint/2010/main" val="816155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9E086-6E18-4D1C-9694-654FFE073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4A64-265E-EC71-3078-07D38769F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 Code Needs Mise En Place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E2559-83E3-8BEF-A4E0-72FA19CF633A}"/>
              </a:ext>
            </a:extLst>
          </p:cNvPr>
          <p:cNvSpPr txBox="1">
            <a:spLocks/>
          </p:cNvSpPr>
          <p:nvPr/>
        </p:nvSpPr>
        <p:spPr>
          <a:xfrm>
            <a:off x="942108" y="1435369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We use Claude Code as is because:</a:t>
            </a:r>
          </a:p>
          <a:p>
            <a:r>
              <a:rPr lang="en-US" dirty="0">
                <a:solidFill>
                  <a:schemeClr val="tx1"/>
                </a:solidFill>
              </a:rPr>
              <a:t>Skills (/product-owner)</a:t>
            </a:r>
          </a:p>
          <a:p>
            <a:r>
              <a:rPr lang="en-US" dirty="0">
                <a:solidFill>
                  <a:schemeClr val="tx1"/>
                </a:solidFill>
              </a:rPr>
              <a:t>Agent Files (</a:t>
            </a:r>
            <a:r>
              <a:rPr lang="en-US" dirty="0" err="1">
                <a:solidFill>
                  <a:schemeClr val="tx1"/>
                </a:solidFill>
              </a:rPr>
              <a:t>qa_agent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MCP Servers (Playwright, </a:t>
            </a:r>
            <a:r>
              <a:rPr lang="en-US" dirty="0" err="1">
                <a:solidFill>
                  <a:schemeClr val="tx1"/>
                </a:solidFill>
              </a:rPr>
              <a:t>PostGres</a:t>
            </a:r>
            <a:r>
              <a:rPr lang="en-US" dirty="0">
                <a:solidFill>
                  <a:schemeClr val="tx1"/>
                </a:solidFill>
              </a:rPr>
              <a:t>, Figma)</a:t>
            </a:r>
          </a:p>
          <a:p>
            <a:r>
              <a:rPr lang="en-US" dirty="0">
                <a:solidFill>
                  <a:schemeClr val="tx1"/>
                </a:solidFill>
              </a:rPr>
              <a:t>RAG Servers (outside this demo)</a:t>
            </a:r>
          </a:p>
          <a:p>
            <a:r>
              <a:rPr lang="en-US" dirty="0">
                <a:solidFill>
                  <a:schemeClr val="tx1"/>
                </a:solidFill>
              </a:rPr>
              <a:t>Claude.md </a:t>
            </a:r>
          </a:p>
        </p:txBody>
      </p:sp>
    </p:spTree>
    <p:extLst>
      <p:ext uri="{BB962C8B-B14F-4D97-AF65-F5344CB8AC3E}">
        <p14:creationId xmlns:p14="http://schemas.microsoft.com/office/powerpoint/2010/main" val="468056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372EB-ABFB-CC54-53AF-3DA4F4D28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88639-0B23-DB0A-5C3E-01D1C269F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 Code Cooks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FD0A5-2E02-3DFA-22C6-51BAB26B1BFA}"/>
              </a:ext>
            </a:extLst>
          </p:cNvPr>
          <p:cNvSpPr txBox="1">
            <a:spLocks/>
          </p:cNvSpPr>
          <p:nvPr/>
        </p:nvSpPr>
        <p:spPr>
          <a:xfrm>
            <a:off x="579911" y="1708500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tx1"/>
                </a:solidFill>
              </a:rPr>
              <a:t>Observe why I predict a huge bump in the idle games market</a:t>
            </a:r>
          </a:p>
          <a:p>
            <a:endParaRPr lang="en-US" sz="4000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Find art</a:t>
            </a:r>
          </a:p>
        </p:txBody>
      </p:sp>
    </p:spTree>
    <p:extLst>
      <p:ext uri="{BB962C8B-B14F-4D97-AF65-F5344CB8AC3E}">
        <p14:creationId xmlns:p14="http://schemas.microsoft.com/office/powerpoint/2010/main" val="26238813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DB026-9132-01DD-3E3A-6A5402A8C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3479-3F19-6CA7-A412-A98B644DB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Seriously Claude Code?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22A5C-A363-E62E-D1B0-8528AF1E64FA}"/>
              </a:ext>
            </a:extLst>
          </p:cNvPr>
          <p:cNvSpPr txBox="1">
            <a:spLocks/>
          </p:cNvSpPr>
          <p:nvPr/>
        </p:nvSpPr>
        <p:spPr>
          <a:xfrm>
            <a:off x="684212" y="1027906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 think most claims of one-shotting with AI are overblown</a:t>
            </a:r>
            <a:endParaRPr lang="en-US" sz="17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There are a few things we need to do: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Ask Claude to review itself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Ask Gemini or Cortex to review the code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Ask Playwright to check the code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Ask Claude to review itself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Run tests (we did make tests, right?)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Run the code, sob, repeat</a:t>
            </a:r>
          </a:p>
        </p:txBody>
      </p:sp>
    </p:spTree>
    <p:extLst>
      <p:ext uri="{BB962C8B-B14F-4D97-AF65-F5344CB8AC3E}">
        <p14:creationId xmlns:p14="http://schemas.microsoft.com/office/powerpoint/2010/main" val="649799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7F155-DAC6-C509-BD56-27644BAD3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B8524-0331-2E3C-83B9-FE8A1FB1C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63A63-BCF6-F52C-C238-85EE4FC031F7}"/>
              </a:ext>
            </a:extLst>
          </p:cNvPr>
          <p:cNvSpPr txBox="1">
            <a:spLocks/>
          </p:cNvSpPr>
          <p:nvPr/>
        </p:nvSpPr>
        <p:spPr>
          <a:xfrm>
            <a:off x="965859" y="2569462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Claude Code can produce as part of the workflow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 save it for afterwards</a:t>
            </a:r>
          </a:p>
        </p:txBody>
      </p:sp>
    </p:spTree>
    <p:extLst>
      <p:ext uri="{BB962C8B-B14F-4D97-AF65-F5344CB8AC3E}">
        <p14:creationId xmlns:p14="http://schemas.microsoft.com/office/powerpoint/2010/main" val="4072121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8B478-E19C-CA0A-4D94-21A237AA7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93D89-916E-5174-BBF8-C3206865E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8060" cy="1325563"/>
          </a:xfrm>
        </p:spPr>
        <p:txBody>
          <a:bodyPr/>
          <a:lstStyle/>
          <a:p>
            <a:r>
              <a:rPr lang="en-US" dirty="0"/>
              <a:t>Distribution Method 2: Robot Workforce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1B59B4-C0C2-5724-2267-636F5E058394}"/>
              </a:ext>
            </a:extLst>
          </p:cNvPr>
          <p:cNvSpPr txBox="1">
            <a:spLocks/>
          </p:cNvSpPr>
          <p:nvPr/>
        </p:nvSpPr>
        <p:spPr>
          <a:xfrm>
            <a:off x="890154" y="2254766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I am tech guy.  I am not a marketer.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Claude’s agentic automation can help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0318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39050-82DD-9E8F-AF65-AFF17A239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07273-8B4A-5711-779F-B9B465D40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2678C1-EA8E-649C-4AE6-E2757C6EB80F}"/>
              </a:ext>
            </a:extLst>
          </p:cNvPr>
          <p:cNvSpPr txBox="1">
            <a:spLocks/>
          </p:cNvSpPr>
          <p:nvPr/>
        </p:nvSpPr>
        <p:spPr>
          <a:xfrm>
            <a:off x="835231" y="1280989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Azure is my favorite way to deploy.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Free tiers and cheap databases.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GitHub Integrated Actions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522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5DC80-D854-FE72-B448-EA8DAA01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F4821-78CE-E5CE-B1D0-1AD45720E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Here?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E4E54-D693-BE1E-A75A-1EE6F8DB6147}"/>
              </a:ext>
            </a:extLst>
          </p:cNvPr>
          <p:cNvSpPr txBox="1">
            <a:spLocks/>
          </p:cNvSpPr>
          <p:nvPr/>
        </p:nvSpPr>
        <p:spPr>
          <a:xfrm>
            <a:off x="603660" y="1405681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Call Your Favorite VC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Stripe Integration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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Phase 2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More Distro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Argue on Twitter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Live according to your new income level!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99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52BFC4-DEDE-FFFD-9E83-D40BB1452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09FC9-2834-D237-568A-C126425E9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Find me any time!</a:t>
            </a:r>
          </a:p>
          <a:p>
            <a:r>
              <a:rPr lang="en-US" dirty="0">
                <a:solidFill>
                  <a:schemeClr val="tx1"/>
                </a:solidFill>
              </a:rPr>
              <a:t>https://stormsoftwaregroup.com/contacts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D521B1-5C87-46C3-3C4D-FABF1D9FA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536" y="2938314"/>
            <a:ext cx="3299077" cy="324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9129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6A0D3-4E7D-FCB3-3203-519024CF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81337-F11F-6793-9E0B-E1CAD3E3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9254B9-5AB7-0280-2B69-386665350B10}"/>
              </a:ext>
            </a:extLst>
          </p:cNvPr>
          <p:cNvSpPr txBox="1">
            <a:spLocks/>
          </p:cNvSpPr>
          <p:nvPr/>
        </p:nvSpPr>
        <p:spPr>
          <a:xfrm>
            <a:off x="942108" y="2343831"/>
            <a:ext cx="10411691" cy="48021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Lufg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There is a public repo for this presentation: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https://github.com/CommonDialog/Presentations</a:t>
            </a:r>
          </a:p>
        </p:txBody>
      </p:sp>
    </p:spTree>
    <p:extLst>
      <p:ext uri="{BB962C8B-B14F-4D97-AF65-F5344CB8AC3E}">
        <p14:creationId xmlns:p14="http://schemas.microsoft.com/office/powerpoint/2010/main" val="15101037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9367</TotalTime>
  <Words>969</Words>
  <Application>Microsoft Office PowerPoint</Application>
  <PresentationFormat>Widescreen</PresentationFormat>
  <Paragraphs>193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Century Gothic</vt:lpstr>
      <vt:lpstr>Wingdings</vt:lpstr>
      <vt:lpstr>Wingdings 3</vt:lpstr>
      <vt:lpstr>Slice</vt:lpstr>
      <vt:lpstr>Can We Make $1 Million in the Next Hour?</vt:lpstr>
      <vt:lpstr>Agenda</vt:lpstr>
      <vt:lpstr>Allow me to introduce myself</vt:lpstr>
      <vt:lpstr>Why We’re Doing This</vt:lpstr>
      <vt:lpstr>Haha!  You Blinked!!</vt:lpstr>
      <vt:lpstr>Prework</vt:lpstr>
      <vt:lpstr>Mental Prework</vt:lpstr>
      <vt:lpstr>The Plan and Its Constraints</vt:lpstr>
      <vt:lpstr>ChatGPT ordered me not to...</vt:lpstr>
      <vt:lpstr>What’s Our Million Dollar Idea</vt:lpstr>
      <vt:lpstr>Strategy Time</vt:lpstr>
      <vt:lpstr>Get Out Your Notebook</vt:lpstr>
      <vt:lpstr>Think Like a Product Manager</vt:lpstr>
      <vt:lpstr>Distribution Method 1: Build in Public</vt:lpstr>
      <vt:lpstr>From Idea to User Story Prompt</vt:lpstr>
      <vt:lpstr>Let Claude Code Cook</vt:lpstr>
      <vt:lpstr>Agentic Coder?</vt:lpstr>
      <vt:lpstr>Claude Code Needs Mise En Place</vt:lpstr>
      <vt:lpstr>Claude Code Cooks</vt:lpstr>
      <vt:lpstr>Seriously Claude Code?</vt:lpstr>
      <vt:lpstr>Documentation</vt:lpstr>
      <vt:lpstr>Distribution Method 2: Robot Workforce</vt:lpstr>
      <vt:lpstr>Deploy</vt:lpstr>
      <vt:lpstr>From Here?</vt:lpstr>
      <vt:lpstr>Thank you!</vt:lpstr>
      <vt:lpstr>The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Perrin</dc:creator>
  <cp:lastModifiedBy>Chris Perrin</cp:lastModifiedBy>
  <cp:revision>6</cp:revision>
  <dcterms:created xsi:type="dcterms:W3CDTF">2026-05-03T02:15:38Z</dcterms:created>
  <dcterms:modified xsi:type="dcterms:W3CDTF">2026-05-26T23:39:19Z</dcterms:modified>
</cp:coreProperties>
</file>